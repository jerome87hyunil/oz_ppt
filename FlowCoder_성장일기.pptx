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4"/>
    <p:restoredTop sz="94658"/>
  </p:normalViewPr>
  <p:slideViewPr>
    <p:cSldViewPr snapToGrid="0">
      <p:cViewPr varScale="1">
        <p:scale>
          <a:sx n="106" d="100"/>
          <a:sy n="106" d="100"/>
        </p:scale>
        <p:origin x="5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C8CB1-1E7E-09AF-D288-A730E7AED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C6E321-86BF-F3DF-BCC7-70B2AF8BB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412444-0FAF-BFD5-C756-53CDA8FE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8F2BBA-C3FD-F1E7-A36D-13329F9F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14852D-A904-796A-8CB4-7FF6416D6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458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46556-5910-8F8B-6956-ACF4F0040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C93BF-3333-D19B-8FF5-9B5797CDE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C8D916-3698-00EF-D298-37F2B7F7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726270-B844-2CBE-4856-A904C5C9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B65452-B506-4301-14F3-56A32CC6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647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D72F6-435B-4F76-0267-BD3F08E1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F7D1C4-7CE4-C1B4-08D6-8717A02A4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C70A92-3CD2-BF90-C983-8E33F36E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646F50-647A-8F1B-2F59-6F36103C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F41DA3-5152-C671-F254-B132D58A7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880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8930D-C997-04DA-4DBF-59635C90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D517FA-8B5D-C7A0-F859-121A80D9C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27B522-13C5-51D4-2919-46DB997E1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E3199-75FE-88E5-AED0-DDBF9104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9F10D6-EAE6-4427-E26D-AB00A8EF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13DE95-27BC-DBFA-030C-C5F14391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7080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751AA-F21F-CF0E-7AF1-E8BFD413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EA219D-DE6E-D76C-2CB5-477BE9863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23D3BA-95CE-84EB-01D9-4ECF5920F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277A44-58D8-4CE6-5739-9431C00CC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FD03FE-CAB9-B83E-0CEC-570BD1BB8D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B1639E-DA90-5F77-F752-35526581E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28F618-E98B-3B56-D026-8E7FDEBA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8937EC-A09C-64AD-FF4A-BEE04A54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046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0AB92-7548-C898-ADBA-3D97BC957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E674A9-BA6D-FC0B-C331-1C12F29DF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CD8C36-5B39-58F1-397E-60BAD717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8E84CF-3B10-0283-7111-BE8C9C2C2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143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A84462-CDF2-5D19-FAB5-371D22DFC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34BF0A-519F-F38B-A0FB-4363BE05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BE231-ACFD-E313-121D-4176E36F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933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99003-0FB4-0F97-0C60-1EDCEF40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D50787-04C2-BDBA-16DB-BEB4AE9B4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16F3A0-330A-5A64-09BC-6C2103D6E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63B86A-9EEC-D9B8-571C-6483E72B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816B56-F7F8-E245-92DD-E3B11EC22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F880B1-457B-AB51-4872-F567CCCA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639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5C076-50EE-FB7F-DA32-30768A07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6F45DE0-4E9D-89B9-585E-877E74C20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E2EDD5-7F35-3C89-9357-4E7910F3B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B398B9-3422-0B0E-A2F4-C09CA38FA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516E23-E7D1-B798-BE46-C368421B3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1CBBB1-84EE-3CDE-C1E5-318F0E02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8749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11818-DE2D-3D17-4B46-D52919B6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FC4AE7-136E-6063-E932-50AB52957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4E0E01-1176-0F6B-CA2E-32C71FB2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FC5380-6144-6729-2564-711DBD152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966A57-CCEF-C08A-060E-62C0A87B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1228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4A1240-CC7D-4EFB-C76C-AB53D6F5F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CF146E-3F13-F477-30DC-19B8FB37F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D15994-E3C1-FA00-F34A-33B1985B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F6FE57-323A-E5A7-7A86-FE21E08FF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B04AD-A734-F9D6-CC57-837E2B12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731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6E192F-5404-78F7-56A5-1342A50A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EE3190-827E-4671-8E0E-BBF544C03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937216-111D-D781-5DA0-3356A7F90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96824-FE5D-D44E-81D1-B5986318B9F9}" type="datetimeFigureOut">
              <a:rPr kumimoji="1" lang="ko-KR" altLang="en-US" smtClean="0"/>
              <a:t>2025. 12. 16.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2FF751-5F80-4AC3-F23D-187074450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7D66DB-0E2B-190F-19CB-4060F7466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68DCA-039E-EE4E-BE25-154B50C5D02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978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A1F9136-A99B-0372-1143-983E79B6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0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1AB37E-ACFC-01A4-5D12-A8D8D64DE8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58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377352A-ACB2-B823-7B88-0F9080A300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D5DA7-6039-B9F7-8406-453E95149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92F4AD5-0066-61C4-570D-BB20C94DEF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46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F84E5-2B13-B1A3-9C04-AE3B2D225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EA414E0-2342-A1E8-B008-0EE6843637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2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77594-A6CF-49EE-8303-9081B86A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42B0E46-CD00-E93A-E1DD-71E13A1596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98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172C2-55F7-4CDD-BF52-95C6233EE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272F1FB-8399-7D6E-10E0-9BF82D56A9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9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CC749-35EC-DB3D-F128-4C9708848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3C4AD08-8136-DF49-687B-196CEC116E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9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13758-403B-6A12-1285-0FEF0BADC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0821633-6CC1-076F-288E-05E838AB9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46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0FC942-7BBB-47E9-9DA1-EBBE12F6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56239DD-57ED-E8C3-F27D-2C6080DBDF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79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4228E-38EE-2296-B4AD-2C489122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F1DE2BD-D773-0E85-C871-06D21C6AA1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02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05442-03F1-46EC-BBBD-29967C65B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18410C6-F652-026F-B2E3-FD31FBA2F7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501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4EF27-4C1B-AB06-FE48-BD9D7932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 descr="텍스트, 스크린샷, 명함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A04BD4-B0DC-7D9E-AB0C-36D8125FC8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92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33584-6995-D274-45EC-A6ACBFAD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9D7701D-FF8F-06C4-6143-2CE2A485E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63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46DE8-6B6B-DE6C-FE2A-BF8884B0B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D937224-C2FF-0389-A8D3-4EECBFE6A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-1504" y="1282"/>
            <a:ext cx="12191980" cy="6856718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0FC14F7-F34A-7E8D-E43B-50AF677CB6FD}"/>
              </a:ext>
            </a:extLst>
          </p:cNvPr>
          <p:cNvSpPr/>
          <p:nvPr/>
        </p:nvSpPr>
        <p:spPr>
          <a:xfrm>
            <a:off x="11567160" y="6381205"/>
            <a:ext cx="385354" cy="3265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5775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와이드스크린</PresentationFormat>
  <Paragraphs>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Hyunil Park</dc:creator>
  <cp:lastModifiedBy>Hyunil Park</cp:lastModifiedBy>
  <cp:revision>2</cp:revision>
  <dcterms:created xsi:type="dcterms:W3CDTF">2025-12-16T03:17:37Z</dcterms:created>
  <dcterms:modified xsi:type="dcterms:W3CDTF">2025-12-16T03:26:52Z</dcterms:modified>
</cp:coreProperties>
</file>