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618"/>
  </p:normalViewPr>
  <p:slideViewPr>
    <p:cSldViewPr snapToGrid="0">
      <p:cViewPr varScale="1">
        <p:scale>
          <a:sx n="196" d="100"/>
          <a:sy n="196" d="100"/>
        </p:scale>
        <p:origin x="4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213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906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260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08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943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439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777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567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408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934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362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C9AD7-F59F-2E4E-9297-0F9816F59286}" type="datetimeFigureOut">
              <a:rPr kumimoji="1" lang="ko-KR" altLang="en-US" smtClean="0"/>
              <a:t>2025. 9. 25.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36A79-BE40-3E4E-B875-C964F22119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910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1F1928F-6315-E856-6DA5-689DCA89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0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EE334-ED7B-ADE3-7228-B6476289B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9032D60-8AB7-51EA-88F3-9CD2AB24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5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6FBD8-7FAD-30A5-F53F-3B51D162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A12F03C-E60B-032F-0601-2047A7B37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542213-A5BF-2FCE-A4B7-F2ED1E344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2EFA30B-B1EE-BE6A-78E4-BCEC3D42A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3D388-B2E7-11D5-B563-BB87E4D63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B05D379-7954-8D44-0B27-41437ACB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8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B6452-2FD8-C10F-055E-D4422917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9FEDE4-DBD0-176D-11E0-1766AEB2F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06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C275F-8EF8-AE24-15EB-0A915FA5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CF1EC63-284C-83A8-8CD6-FEB62DA8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8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7E9B4-04B0-A3A4-B883-4797A682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F10946F-7EFC-7D56-4788-7FF82B3CF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63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EB0C2-AE0F-3F92-1B71-666F520E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3F1B87F-92DA-694C-8578-D2FE19BAE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21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D568F-A3D8-B333-CA84-49915B08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875C11B-3773-212F-41C0-6C7D1660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9" y="-1"/>
            <a:ext cx="1095576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9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Macintosh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Hyunil Park</dc:creator>
  <cp:lastModifiedBy>Hyunil Park</cp:lastModifiedBy>
  <cp:revision>1</cp:revision>
  <dcterms:created xsi:type="dcterms:W3CDTF">2025-09-25T01:10:01Z</dcterms:created>
  <dcterms:modified xsi:type="dcterms:W3CDTF">2025-09-25T01:16:52Z</dcterms:modified>
</cp:coreProperties>
</file>