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598"/>
  </p:normalViewPr>
  <p:slideViewPr>
    <p:cSldViewPr snapToGrid="0">
      <p:cViewPr varScale="1">
        <p:scale>
          <a:sx n="104" d="100"/>
          <a:sy n="104" d="100"/>
        </p:scale>
        <p:origin x="232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EBFE11-E27B-412C-5010-A84203F0F6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3E03B51-82C7-8F6C-5B91-70979B409B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48EB9D-CEAB-5ED5-30E1-35EFD4529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428D-0B65-534B-9A34-6FE15D3274BE}" type="datetimeFigureOut">
              <a:rPr kumimoji="1" lang="ko-KR" altLang="en-US" smtClean="0"/>
              <a:t>2025. 10. 21.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2D18CE-39EB-7BC2-32CB-63FB17572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7313B1-4D3C-9079-D961-A9DC2C647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9D497-F843-DA49-8607-9CFE29F68BB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00505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EDA801-2F0B-4CAB-D528-D6C022F7F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9B12DF-6585-5F31-6DF1-11E90E2D1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272A01-8803-EF70-9997-1F2D6CF77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428D-0B65-534B-9A34-6FE15D3274BE}" type="datetimeFigureOut">
              <a:rPr kumimoji="1" lang="ko-KR" altLang="en-US" smtClean="0"/>
              <a:t>2025. 10. 21.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AA9066-F805-164B-A7D8-D8A019D33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122496-FE29-6B5D-04EA-B0F56AC73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9D497-F843-DA49-8607-9CFE29F68BB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19558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F3A8BA-0307-F4AF-5BF0-41E1B25EA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E8837F-A112-F2F6-6132-43F6375C50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46D63D-68C1-E98A-8E07-BB0712E5C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428D-0B65-534B-9A34-6FE15D3274BE}" type="datetimeFigureOut">
              <a:rPr kumimoji="1" lang="ko-KR" altLang="en-US" smtClean="0"/>
              <a:t>2025. 10. 21.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39D100-0388-45E7-8B16-70AD54129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D60662-DD49-04A4-4822-403A4D263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9D497-F843-DA49-8607-9CFE29F68BB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81717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C91EC6-4993-54C1-5590-699B7601F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905BB3-AEC0-C318-B05A-0DC9A055C2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070EA4E-B7BB-6740-5CFF-852CAE16E0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688755F-191D-C08A-5DC9-C4F7CBC4B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428D-0B65-534B-9A34-6FE15D3274BE}" type="datetimeFigureOut">
              <a:rPr kumimoji="1" lang="ko-KR" altLang="en-US" smtClean="0"/>
              <a:t>2025. 10. 21.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CA60790-CDEC-7618-FC17-B9639527A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03944C2-D1F6-51BB-51B4-4E0DB4EF7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9D497-F843-DA49-8607-9CFE29F68BB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47109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06E367-5B2D-F2B8-07D4-4BC8955B0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7579E3-585A-C8BD-D40D-BDB6F085DE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333E53-3B8F-55B3-4214-961D7391A2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63A5D2F-4A51-5661-E069-28B67E59BC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779D422-B562-C28F-D026-16A04D0F92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AEE37E2-44C9-FE02-B79A-442B86FC4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428D-0B65-534B-9A34-6FE15D3274BE}" type="datetimeFigureOut">
              <a:rPr kumimoji="1" lang="ko-KR" altLang="en-US" smtClean="0"/>
              <a:t>2025. 10. 21.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C0559CA-67C9-E2B0-54FB-BF5483113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BE1E712-FE9E-BA5D-0718-B1B877A9B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9D497-F843-DA49-8607-9CFE29F68BB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01511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98740B-78E3-4568-95E3-7C43B8FEA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77B69EE-BE76-1C6F-8B92-EC047F912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428D-0B65-534B-9A34-6FE15D3274BE}" type="datetimeFigureOut">
              <a:rPr kumimoji="1" lang="ko-KR" altLang="en-US" smtClean="0"/>
              <a:t>2025. 10. 21.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ACAA0B0-0A43-CCFA-658D-DAF1C142B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7043CD8-E39A-B4B3-6DE4-CD61CB6B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9D497-F843-DA49-8607-9CFE29F68BB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78060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2211297-7E3D-E72F-458C-2311FF2FE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428D-0B65-534B-9A34-6FE15D3274BE}" type="datetimeFigureOut">
              <a:rPr kumimoji="1" lang="ko-KR" altLang="en-US" smtClean="0"/>
              <a:t>2025. 10. 21.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8F0B1CF-2E6B-4175-E4A8-56306728D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8F98E7-29B2-995F-E636-C6F5511EC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9D497-F843-DA49-8607-9CFE29F68BB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75248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9BA74E-BABF-70C5-EB80-A868F365B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B0B1D6-632D-CF23-5BAE-E56D60D877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3CEC761-4C0B-15D7-579F-D457889C88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CD1782E-E1FB-1993-3F27-4E66FD148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428D-0B65-534B-9A34-6FE15D3274BE}" type="datetimeFigureOut">
              <a:rPr kumimoji="1" lang="ko-KR" altLang="en-US" smtClean="0"/>
              <a:t>2025. 10. 21.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CB488A3-4522-C209-1D49-44B73B6E5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330F218-124C-BC9C-22E9-6701F7099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9D497-F843-DA49-8607-9CFE29F68BB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72504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8E7DBB-542C-D7C2-B13C-BEF62D330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2586BFE-231A-BB9B-8AA8-691781E8F7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B378ADE-F504-F235-5BB2-7F3236FBD0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80CF669-4F40-41A4-9A29-A2997626D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428D-0B65-534B-9A34-6FE15D3274BE}" type="datetimeFigureOut">
              <a:rPr kumimoji="1" lang="ko-KR" altLang="en-US" smtClean="0"/>
              <a:t>2025. 10. 21.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434AE0C-064F-211F-3043-EFE3B3D7E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9FCF6BC-D642-C131-5980-69ADC21A9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9D497-F843-DA49-8607-9CFE29F68BB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03249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3BFB18-B738-C2B7-0468-A27365989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3BE955-D777-590D-EA98-E311B92D18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D4023F-2CF9-A965-C5DE-1FB82F3C9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428D-0B65-534B-9A34-6FE15D3274BE}" type="datetimeFigureOut">
              <a:rPr kumimoji="1" lang="ko-KR" altLang="en-US" smtClean="0"/>
              <a:t>2025. 10. 21.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F850F3-C3BA-E84E-79A7-DA19AB992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E6FBBC-1EFC-8552-8F10-B691016AF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9D497-F843-DA49-8607-9CFE29F68BB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98815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DD53D42-0368-627F-02A1-D3E82FDD59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42A5A17-1AF7-6ECE-72E1-CF65A14710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90012D-5DE3-3F4B-D44C-8DAE3945E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428D-0B65-534B-9A34-6FE15D3274BE}" type="datetimeFigureOut">
              <a:rPr kumimoji="1" lang="ko-KR" altLang="en-US" smtClean="0"/>
              <a:t>2025. 10. 21.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4F4198-3295-53AC-E623-FCE0B977D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F0AF68-F787-0F01-C0CF-24A143738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9D497-F843-DA49-8607-9CFE29F68BB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69924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EE03DB5-F0A0-47D2-FF42-928092C44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182983D-EE8D-7156-6601-2E9FBA3C5E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AAEF80-1851-AF59-6C4E-E2DEC49533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D0428D-0B65-534B-9A34-6FE15D3274BE}" type="datetimeFigureOut">
              <a:rPr kumimoji="1" lang="ko-KR" altLang="en-US" smtClean="0"/>
              <a:t>2025. 10. 21.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C6FF3E-22FD-F0BB-C54B-03148E0799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48C9D5-C1E7-A106-E728-3EB9C9BC1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E9D497-F843-DA49-8607-9CFE29F68BB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23467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AD8B41E-1D02-A585-F0AF-418A07C745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2" r="570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6" name="그림 5" descr="공구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1DFFE70-146C-3F44-298D-3CA3209F4A2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36363" b="38788"/>
          <a:stretch>
            <a:fillRect/>
          </a:stretch>
        </p:blipFill>
        <p:spPr>
          <a:xfrm>
            <a:off x="10140778" y="6348302"/>
            <a:ext cx="2051222" cy="509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953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2A36AD4-13E8-4AC6-736E-4788466811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3" name="그림 2" descr="공구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B4E7654-52DE-51D0-5D72-B50DC077D13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36363" b="38788"/>
          <a:stretch>
            <a:fillRect/>
          </a:stretch>
        </p:blipFill>
        <p:spPr>
          <a:xfrm>
            <a:off x="10140778" y="6348302"/>
            <a:ext cx="2051222" cy="509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328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CC3252-E666-E2A2-C179-873A0FF5B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DEEA880-8602-B132-9164-9504BBDB53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3" name="그림 2" descr="공구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EF49F83-C716-3802-0DB6-6E8CDA813A0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36363" b="38788"/>
          <a:stretch>
            <a:fillRect/>
          </a:stretch>
        </p:blipFill>
        <p:spPr>
          <a:xfrm>
            <a:off x="10140778" y="6348302"/>
            <a:ext cx="2051222" cy="509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218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9EE251-BC8C-F085-6BF1-BA4164546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CFD29B2-9B73-31F5-6687-F76EA8DBC2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3" name="그림 2" descr="공구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C60F9E6-9ADE-C8EB-5F01-719EE05B089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36363" b="38788"/>
          <a:stretch>
            <a:fillRect/>
          </a:stretch>
        </p:blipFill>
        <p:spPr>
          <a:xfrm>
            <a:off x="10140778" y="6348302"/>
            <a:ext cx="2051222" cy="509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924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6B26B0-B49B-C2F6-6888-ED2E82933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C4990B7-CCF4-01D0-5D59-3BF5E66F46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3" name="그림 2" descr="공구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7AF8F4D-84A7-971D-A3AF-E8251C15E0A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36363" b="38788"/>
          <a:stretch>
            <a:fillRect/>
          </a:stretch>
        </p:blipFill>
        <p:spPr>
          <a:xfrm>
            <a:off x="10140778" y="6348302"/>
            <a:ext cx="2051222" cy="509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250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CD2036-0435-0379-8AAC-76F585B71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A56692C-DDB7-1DB6-0BE2-1F7DEF68B4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3" name="그림 2" descr="공구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94D1737-2AD0-484B-749B-FE0A8BF9F94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36363" b="38788"/>
          <a:stretch>
            <a:fillRect/>
          </a:stretch>
        </p:blipFill>
        <p:spPr>
          <a:xfrm>
            <a:off x="10140778" y="6348302"/>
            <a:ext cx="2051222" cy="509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115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7DC8B2-CEC0-E456-D7C0-9F3FE1AE1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B55327C-AED6-93BD-F481-737E4EDFE3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3" name="그림 2" descr="공구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5641E43-F9BE-3819-D6BA-7E009214DDF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36363" b="38788"/>
          <a:stretch>
            <a:fillRect/>
          </a:stretch>
        </p:blipFill>
        <p:spPr>
          <a:xfrm>
            <a:off x="10140778" y="6348302"/>
            <a:ext cx="2051222" cy="509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114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C60F317-F82B-D4B7-7258-D8A4B9D106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3" name="그림 2" descr="공구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156FC34-32BC-6AE8-EC35-93A11483572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36363" b="38788"/>
          <a:stretch>
            <a:fillRect/>
          </a:stretch>
        </p:blipFill>
        <p:spPr>
          <a:xfrm>
            <a:off x="10140778" y="6348302"/>
            <a:ext cx="2051222" cy="509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352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3F2E824-0A17-D79E-1965-9FE3ECAE49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3" name="그림 2" descr="공구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BAFB28D-BB0F-8688-853D-A5EBAE2731E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36363" b="38788"/>
          <a:stretch>
            <a:fillRect/>
          </a:stretch>
        </p:blipFill>
        <p:spPr>
          <a:xfrm>
            <a:off x="10140778" y="6348302"/>
            <a:ext cx="2051222" cy="509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3570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7E7DA44-0E23-C948-8319-B4EED259C7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55" r="17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910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Macintosh PowerPoint</Application>
  <PresentationFormat>와이드스크린</PresentationFormat>
  <Paragraphs>0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Hyunil Park</dc:creator>
  <cp:lastModifiedBy>Hyunil Park</cp:lastModifiedBy>
  <cp:revision>2</cp:revision>
  <dcterms:created xsi:type="dcterms:W3CDTF">2025-10-21T01:48:48Z</dcterms:created>
  <dcterms:modified xsi:type="dcterms:W3CDTF">2025-10-21T01:58:06Z</dcterms:modified>
</cp:coreProperties>
</file>